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/Relationships>
</file>

<file path=ppt/presentation.xml><?xml version="1.0" encoding="utf-8"?>
<p:presentation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</p:sldIdLst>
</p:presentation>
</file>

<file path=ppt/slides/slide1.xml><?xml version="1.0" encoding="utf-8"?>
<p:sld xmlns:a="http://schemas.openxmlformats.org/drawingml/2006/main" xmlns:p="http://schemas.openxmlformats.org/presentationml/2006/main">
  <p:cSld>
    <p:spTree>
      <p:sp>
        <p:nvSpPr>
          <p:cNvPr id="1" name="TextBox 1"/>
        </p:nvSpPr>
        <p:txBody>
          <a:p>
            <a:r>
              <a:t>Q3 business review</a:t>
            </a:r>
          </a:p>
        </p:txBody>
      </p:sp>
      <p:sp>
        <p:nvSpPr>
          <p:cNvPr id="2" name="TextBox 2"/>
        </p:nvSpPr>
        <p:txBody>
          <a:p>
            <a:r>
              <a:t>prepared for the steering group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nvSpPr>
          <p:cNvPr id="1" name="TextBox 1"/>
        </p:nvSpPr>
        <p:txBody>
          <a:p>
            <a:r>
              <a:t>Revenue</a:t>
            </a:r>
          </a:p>
        </p:txBody>
      </p:sp>
      <p:sp>
        <p:nvSpPr>
          <p:cNvPr id="2" name="TextBox 2"/>
        </p:nvSpPr>
        <p:txBody>
          <a:p>
            <a:r>
              <a:t>Net revenue 64.33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sp>
        <p:nvSpPr>
          <p:cNvPr id="1" name="TextBox 1"/>
        </p:nvSpPr>
        <p:txBody>
          <a:p>
            <a:r>
              <a:t>Funnel</a:t>
            </a:r>
          </a:p>
        </p:txBody>
      </p:sp>
      <p:sp>
        <p:nvSpPr>
          <p:cNvPr id="2" name="TextBox 2"/>
        </p:nvSpPr>
        <p:txBody>
          <a:p>
            <a:r>
              <a:t>visits, signups, paid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sp>
        <p:nvSpPr>
          <p:cNvPr id="1" name="TextBox 1"/>
        </p:nvSpPr>
        <p:txBody>
          <a:p>
            <a:r>
              <a:t>Conversion</a:t>
            </a:r>
          </a:p>
        </p:txBody>
      </p:sp>
      <p:sp>
        <p:nvSpPr>
          <p:cNvPr id="2" name="TextBox 2"/>
        </p:nvSpPr>
        <p:txBody>
          <a:p>
            <a:r>
              <a:t>Q3 conv 3.2%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sp>
        <p:nvSpPr>
          <p:cNvPr id="1" name="TextBox 1"/>
        </p:nvSpPr>
        <p:txBody>
          <a:p>
            <a:r>
              <a:t>Next quarter</a:t>
            </a:r>
          </a:p>
        </p:txBody>
      </p:sp>
      <p:sp>
        <p:nvSpPr>
          <p:cNvPr id="2" name="TextBox 2"/>
        </p:nvSpPr>
        <p:txBody>
          <a:p>
            <a:r>
              <a:t>hiring plan</a:t>
            </a:r>
          </a:p>
        </p:txBody>
      </p:sp>
    </p:spTree>
  </p:cSld>
</p:sld>
</file>